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83976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MediConnect – Streamlining Your Healthcare Journey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856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MediConnect, your all-in-one platform designed to simplify the complex world of healthcare. We empower patients to navigate their health needs with unprecedented ease and confidence.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1581"/>
            <a:ext cx="890349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Healthcare Maze: Problems We Solve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3220641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3220641"/>
            <a:ext cx="121920" cy="2837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477935"/>
            <a:ext cx="313313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Navigating Specialities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142524" y="398609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often struggle to identify the correct specialist for their symptoms, leading to delayed or inefficient care pathways.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220641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3220641"/>
            <a:ext cx="121920" cy="28372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4779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Fragmented Services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565696" y="398609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system lacks a unified platform for doctor consultations, medicine orders, and lab bookings, creating disjointed experiences.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220641"/>
            <a:ext cx="4196358" cy="2837259"/>
          </a:xfrm>
          <a:prstGeom prst="roundRect">
            <a:avLst>
              <a:gd name="adj" fmla="val 5157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220641"/>
            <a:ext cx="121920" cy="28372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477935"/>
            <a:ext cx="327052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Slow Recommendations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988868" y="398609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of finding and booking a doctor can be time-consuming, highlighting the need for faster, AI-assisted recommendations.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2989"/>
            <a:ext cx="9340215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MediConnect: Simplified System Workflow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020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platform guides patients through a logical and intuitive sequence, from initial symptom input to comprehensive healthcare access.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830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38049"/>
            <a:ext cx="4196358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6123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Login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93790" y="412051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access to their personalized healthcare dashboard.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216962" y="30830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438049"/>
            <a:ext cx="4196358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6962" y="36123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Symptom Input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5216962" y="412051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describe their symptoms, which are then analyzed by the system.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9640133" y="308300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438049"/>
            <a:ext cx="4196358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0133" y="3612356"/>
            <a:ext cx="342197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Doctor Recommendation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9640133" y="412051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suggestions for appropriate specializations.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3790" y="52431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75578"/>
            <a:ext cx="6407944" cy="30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3790" y="5772507"/>
            <a:ext cx="29950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Doctor List &amp; Booking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793790" y="628066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recommended doctors and book appointments seamlessly.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7428548" y="52431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575578"/>
            <a:ext cx="6407944" cy="30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28548" y="5772507"/>
            <a:ext cx="32164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Pharmacy &amp; Lab Access</a:t>
            </a:r>
            <a:endParaRPr lang="en-US" sz="2300" dirty="0"/>
          </a:p>
        </p:txBody>
      </p:sp>
      <p:sp>
        <p:nvSpPr>
          <p:cNvPr id="23" name="Text 16"/>
          <p:cNvSpPr/>
          <p:nvPr/>
        </p:nvSpPr>
        <p:spPr>
          <a:xfrm>
            <a:off x="7428548" y="628066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links to order medications and schedule diagnostic tests.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1291"/>
            <a:ext cx="813149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Visualising the MediConnect Journey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487" y="1850350"/>
            <a:ext cx="12935307" cy="5577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7942" y="6361349"/>
            <a:ext cx="3224147" cy="38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 Specialist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17942" y="5070142"/>
            <a:ext cx="3081290" cy="38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Mapping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17942" y="3791977"/>
            <a:ext cx="3081290" cy="38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Enter Symptoms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17942" y="2500769"/>
            <a:ext cx="3081290" cy="38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2962"/>
            <a:ext cx="6356032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 of MediConnect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293262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Symptom-based doctor recommendations for precise guidance.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0063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exploration of doctors by specific specialization.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268635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Convenient online and offline appointment booking options.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93262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pharmacy ordering for prescription fulfillment.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410063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diagnostic lab test booking at preferred centers.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490573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general doctor exploration for broader choices.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059" y="521017"/>
            <a:ext cx="8302347" cy="49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MediConnect in Action: An Example Use Case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3059" y="1491972"/>
            <a:ext cx="2486739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Scenario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3059" y="1992273"/>
            <a:ext cx="4126111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 logs in and enters symptoms: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"Fever, persistent cough."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059" y="2811423"/>
            <a:ext cx="4126111" cy="4126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8991" y="1491972"/>
            <a:ext cx="2486739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Response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258991" y="1992273"/>
            <a:ext cx="4126111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MediConnect's intelligent system suggests appropriate specializations: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Physician or Pulmonologist.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991" y="3114437"/>
            <a:ext cx="4126111" cy="41261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54922" y="1491972"/>
            <a:ext cx="2486739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 Journey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854922" y="1992273"/>
            <a:ext cx="4126111" cy="151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patient proceeds to book an appointment, receives a digital prescription, orders necessary medicines through the platform, and schedules a follow-up blood test at a nearby lab.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922" y="3720465"/>
            <a:ext cx="4126111" cy="41261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14005"/>
            <a:ext cx="10953274" cy="5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 The Hood: Technology Driving MediConnect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81526" y="1646753"/>
            <a:ext cx="1306734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robust architecture ensures a seamless, responsive, and secure healthcare experience for all users.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526" y="2255282"/>
            <a:ext cx="6421993" cy="2569726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2388" y="2486144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76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6578" y="2670215"/>
            <a:ext cx="301466" cy="3014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2388" y="3379232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12388" y="3879533"/>
            <a:ext cx="5960269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/ React Native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intuitive and cross-platform user interfaces.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6762" y="2255282"/>
            <a:ext cx="6422112" cy="2569726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57624" y="2486144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76CD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1813" y="2670215"/>
            <a:ext cx="301466" cy="3014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7624" y="3379232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7657624" y="3879533"/>
            <a:ext cx="5960388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/ Java Spring Boot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scalable and efficient server-side operations.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81526" y="5048250"/>
            <a:ext cx="6421993" cy="2569726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12388" y="5279112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76CD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6578" y="5463183"/>
            <a:ext cx="301466" cy="3014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2388" y="6172200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1012388" y="6672501"/>
            <a:ext cx="5960269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/ MySQL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manage vast amounts of patient and provider data securely.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6762" y="5048250"/>
            <a:ext cx="6422112" cy="2569726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876C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57624" y="5279112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76CD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1813" y="5463183"/>
            <a:ext cx="301466" cy="3014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7624" y="6172200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AI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7657624" y="6672501"/>
            <a:ext cx="5960388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integration of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 for advanced symptom mapping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predictive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7755"/>
            <a:ext cx="844248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Transforming Healthcare: Key Benefits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320016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⏱️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384578" y="4231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 Efficiency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474011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reduces the time patients spend identifying and selecting the appropriate doctor.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20016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🔄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26681" y="4231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Integrated Journey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35893" y="474011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holistic and connected healthcare experience, from doctor consultation to medicine and lab services.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20016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🌐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166152" y="4231958"/>
            <a:ext cx="31821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Accessibility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77995" y="474011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Boosts the overall accessibility and convenience of healthcare services for all users.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0146"/>
            <a:ext cx="8883015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MediConnect: The Future of Patient Care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2192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MediConnect is envisioned as a comprehensive, patient-centered platform that will continue to evolve.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37259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1888" y="296477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20604" y="37445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Chatbot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0604" y="425267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AI chatbot for personalized symptom checking and preliminary guidance.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37259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5060" y="296477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443776" y="3744516"/>
            <a:ext cx="29918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Insurance Integration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443776" y="425267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integration with insurance providers for streamlined claims and coverage.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37259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68232" y="296477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9866948" y="37445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Telemedicine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866948" y="425267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video consultation capabilities for remote medical appointments.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33951" y="6078498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MediConnect is not just a platform; it's a commitment to a more efficient, accessible, and integrated future for healthcare.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823347"/>
            <a:ext cx="30480" cy="1236107"/>
          </a:xfrm>
          <a:prstGeom prst="rect">
            <a:avLst/>
          </a:prstGeom>
          <a:solidFill>
            <a:srgbClr val="876C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2025-12-12T08:19:22Z</dcterms:created>
  <dcterms:modified xsi:type="dcterms:W3CDTF">2025-12-12T08:19:22Z</dcterms:modified>
</cp:coreProperties>
</file>